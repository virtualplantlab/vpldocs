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1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76974-938E-2E91-6C8C-D2672894C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1BECC7-0E94-3211-AAFC-1500C933E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88CF3-3DD1-0B60-52ED-645102014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087E-469B-4653-8FC4-368EA2C28560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25833-CFC4-BC92-9DFE-642C5A5A1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64944-7C0D-AC13-30F9-8278F3C1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ECEBC-33EE-404F-A291-61F6E706C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86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1B237-6B80-1777-6DD8-EFC23EA83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60BB8-6D69-6C19-F075-BEE2DB74D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F7FB2-2C02-4A8A-2874-A2A85EA65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087E-469B-4653-8FC4-368EA2C28560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37379-D898-F36B-294D-C032E9FD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36994-DD93-7C32-0A1F-172768FB4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ECEBC-33EE-404F-A291-61F6E706C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5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F5A24-94D6-6702-6ACF-AC3B34264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0F255-98FB-01C4-9358-276093F45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94A56-C2BB-0745-659D-35CB269F8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087E-469B-4653-8FC4-368EA2C28560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AE99B-0238-471F-7133-37BC78038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3BBB2-364E-1408-B137-8C6A1CF72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ECEBC-33EE-404F-A291-61F6E706C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74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5FE38-C0C6-130E-11B1-32A3D95C2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3C5B0-2975-8A54-ACA4-E1D093C05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DF136-8ECF-A4FD-B85D-5E040D6CF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DA64A-C8A1-E4D0-E042-5D3E2B062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087E-469B-4653-8FC4-368EA2C28560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53BC7-7E1C-01FC-DDA9-0C23446B3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70B05-49BF-C682-EC81-596742CCF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ECEBC-33EE-404F-A291-61F6E706C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652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34597-3C7A-FDA8-530C-69A01D026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FD2D9-A9A6-05E1-6828-4A63C323A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56DC14-DA22-A595-7453-B26F1B9E0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535C5E-C5B1-689A-C85A-F28B36D084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AB39CB-0671-9E54-77DE-4A0BDDD394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BC5888-289C-D0C4-B456-B639E542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087E-469B-4653-8FC4-368EA2C28560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5AE826-305C-DC74-8366-D0B06D7F9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898E17-1A0D-76BD-7688-6F237259B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ECEBC-33EE-404F-A291-61F6E706C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50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003D5-F124-981F-567C-E2980E293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B0D16D-223D-BB4B-2C26-CBFA623BC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087E-469B-4653-8FC4-368EA2C28560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E3A216-3A28-9B2B-A11A-D3C34EB6D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374E7C-5AA0-B46B-BF87-39B3F71D1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ECEBC-33EE-404F-A291-61F6E706C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25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C65FE0-9018-2AE8-BF33-AA704C49B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087E-469B-4653-8FC4-368EA2C28560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090AB0-3F78-F0F7-0250-B8C8F104B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42ACA-6151-8183-7C16-2D94427FB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ECEBC-33EE-404F-A291-61F6E706C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415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31C06-0D4F-F87A-0F84-C0778CB6D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5CC2F-35F3-F094-A696-9FF52FE18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7A5011-8DEF-89CE-1B20-C5897D093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D920E-BA20-0AE4-6A6D-2C061DBFD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087E-469B-4653-8FC4-368EA2C28560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F4410-829B-BD5A-C55B-56958FB66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EDA63-6032-7A9B-AC25-069F5BE86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ECEBC-33EE-404F-A291-61F6E706C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3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2D9E6-B488-9259-DA02-B1376BC29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94BAFD-3EF3-34D9-7688-3AE05AF146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73FBB-18E2-D2C4-A1F9-3A4815B38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D1794-2378-B4FE-7E1B-9148249B6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087E-469B-4653-8FC4-368EA2C28560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AA55B-81E4-3173-151F-D3A165502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E4FE1-CE87-CF6D-D0EB-0ABB9F9AE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ECEBC-33EE-404F-A291-61F6E706C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9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00B8-D0F3-414C-C8C5-7EAAD5C63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B7FA6A-3C82-72B6-7DFF-261C5BA58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24DBB-8610-65C5-F9ED-6E9F810B3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087E-469B-4653-8FC4-368EA2C28560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2BC8A-124B-377F-BE55-0F8B4B575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29B57-456B-1CA3-BDF7-62AF477B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ECEBC-33EE-404F-A291-61F6E706C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64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75997F-055E-95F3-20C9-4E7E5D7CCA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A10F0F-A70D-588F-3939-B5C58BE879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06CF7-6666-44E6-910C-5A476B27C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087E-469B-4653-8FC4-368EA2C28560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8CCAF-711D-570D-E336-3D8C976FC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58391-5C08-49DE-4230-4A7509F73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ECEBC-33EE-404F-A291-61F6E706C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230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D07BBA-DE48-A28A-A4DE-6BE18BCD2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70066-4B77-2BD7-FA21-28339FA18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38745-C536-795C-8E4B-5CD34934C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0087E-469B-4653-8FC4-368EA2C28560}" type="datetimeFigureOut">
              <a:rPr lang="en-US" smtClean="0"/>
              <a:t>11/7/2023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3A052-A7BE-9DC2-CBB0-A4C454EAF9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9AFF6-2938-420E-36DA-344C03089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ECEBC-33EE-404F-A291-61F6E706C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8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6B9624-C748-68ED-F69B-92B249889C19}"/>
              </a:ext>
            </a:extLst>
          </p:cNvPr>
          <p:cNvSpPr/>
          <p:nvPr/>
        </p:nvSpPr>
        <p:spPr>
          <a:xfrm>
            <a:off x="3465811" y="1314450"/>
            <a:ext cx="2195156" cy="34441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8A9DBC5-F05E-565F-3B95-775F226E29F7}"/>
              </a:ext>
            </a:extLst>
          </p:cNvPr>
          <p:cNvSpPr/>
          <p:nvPr/>
        </p:nvSpPr>
        <p:spPr>
          <a:xfrm>
            <a:off x="3682538" y="1454727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5FFA4AC-AFD8-EBF7-769B-6A8E39CD3581}"/>
              </a:ext>
            </a:extLst>
          </p:cNvPr>
          <p:cNvSpPr/>
          <p:nvPr/>
        </p:nvSpPr>
        <p:spPr>
          <a:xfrm>
            <a:off x="3685309" y="1756761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DE1CC4-8D37-AFCE-761B-E5FBD9FEA061}"/>
              </a:ext>
            </a:extLst>
          </p:cNvPr>
          <p:cNvSpPr/>
          <p:nvPr/>
        </p:nvSpPr>
        <p:spPr>
          <a:xfrm>
            <a:off x="3692058" y="2069103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9F9C085-B983-0681-50DA-474600B49EFA}"/>
              </a:ext>
            </a:extLst>
          </p:cNvPr>
          <p:cNvSpPr/>
          <p:nvPr/>
        </p:nvSpPr>
        <p:spPr>
          <a:xfrm>
            <a:off x="3694829" y="2371137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7D0CE0F-7BD4-9F6E-9961-4B7F443E5948}"/>
              </a:ext>
            </a:extLst>
          </p:cNvPr>
          <p:cNvSpPr/>
          <p:nvPr/>
        </p:nvSpPr>
        <p:spPr>
          <a:xfrm>
            <a:off x="3692058" y="2690922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0D4C4F8-FD3A-BBC6-4591-4DFBBB37A58D}"/>
              </a:ext>
            </a:extLst>
          </p:cNvPr>
          <p:cNvSpPr/>
          <p:nvPr/>
        </p:nvSpPr>
        <p:spPr>
          <a:xfrm>
            <a:off x="3694829" y="2992956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09BC731-45E0-BDD9-D2A9-F6CAC101C4BD}"/>
              </a:ext>
            </a:extLst>
          </p:cNvPr>
          <p:cNvSpPr/>
          <p:nvPr/>
        </p:nvSpPr>
        <p:spPr>
          <a:xfrm>
            <a:off x="3701578" y="3305298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5BB4C6B-8784-7BD0-C904-C81E4801DB7C}"/>
              </a:ext>
            </a:extLst>
          </p:cNvPr>
          <p:cNvSpPr/>
          <p:nvPr/>
        </p:nvSpPr>
        <p:spPr>
          <a:xfrm>
            <a:off x="3704349" y="3607332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1FCE71C-E906-99C0-8EFA-D2FCC807659B}"/>
              </a:ext>
            </a:extLst>
          </p:cNvPr>
          <p:cNvSpPr/>
          <p:nvPr/>
        </p:nvSpPr>
        <p:spPr>
          <a:xfrm>
            <a:off x="3701578" y="3919674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EC9D22D-AAD9-E36D-FFCB-24CC5FCA1CA1}"/>
              </a:ext>
            </a:extLst>
          </p:cNvPr>
          <p:cNvSpPr/>
          <p:nvPr/>
        </p:nvSpPr>
        <p:spPr>
          <a:xfrm>
            <a:off x="3704349" y="4221708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E171E40-13C4-1775-D6A5-99B906F6A48F}"/>
              </a:ext>
            </a:extLst>
          </p:cNvPr>
          <p:cNvSpPr/>
          <p:nvPr/>
        </p:nvSpPr>
        <p:spPr>
          <a:xfrm>
            <a:off x="3711098" y="4534050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0A996F7-4FC4-6CF2-09F2-C4926C041433}"/>
              </a:ext>
            </a:extLst>
          </p:cNvPr>
          <p:cNvSpPr/>
          <p:nvPr/>
        </p:nvSpPr>
        <p:spPr>
          <a:xfrm>
            <a:off x="4230352" y="1454727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A135B5-B956-AEDB-4C9D-DA91AD19D01C}"/>
              </a:ext>
            </a:extLst>
          </p:cNvPr>
          <p:cNvSpPr/>
          <p:nvPr/>
        </p:nvSpPr>
        <p:spPr>
          <a:xfrm>
            <a:off x="4233123" y="1756761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2E2624F-7A46-78D7-CC21-29FA868F866A}"/>
              </a:ext>
            </a:extLst>
          </p:cNvPr>
          <p:cNvSpPr/>
          <p:nvPr/>
        </p:nvSpPr>
        <p:spPr>
          <a:xfrm>
            <a:off x="4239872" y="2069103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1F109BB-42E9-985F-AD32-7461A5684AB2}"/>
              </a:ext>
            </a:extLst>
          </p:cNvPr>
          <p:cNvSpPr/>
          <p:nvPr/>
        </p:nvSpPr>
        <p:spPr>
          <a:xfrm>
            <a:off x="4242643" y="2371137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CE3388E-B565-4424-B73C-6B09DFE73D23}"/>
              </a:ext>
            </a:extLst>
          </p:cNvPr>
          <p:cNvSpPr/>
          <p:nvPr/>
        </p:nvSpPr>
        <p:spPr>
          <a:xfrm>
            <a:off x="4239872" y="2690922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268BE5B-3BAD-83DC-3A3C-7091E811DCC7}"/>
              </a:ext>
            </a:extLst>
          </p:cNvPr>
          <p:cNvSpPr/>
          <p:nvPr/>
        </p:nvSpPr>
        <p:spPr>
          <a:xfrm>
            <a:off x="4242643" y="2992956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CFA46FF-21A4-1FA8-6A9C-F6146165A5BD}"/>
              </a:ext>
            </a:extLst>
          </p:cNvPr>
          <p:cNvSpPr/>
          <p:nvPr/>
        </p:nvSpPr>
        <p:spPr>
          <a:xfrm>
            <a:off x="4249392" y="3305298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1DED477-800C-2DC9-7B5C-9809D17C8709}"/>
              </a:ext>
            </a:extLst>
          </p:cNvPr>
          <p:cNvSpPr/>
          <p:nvPr/>
        </p:nvSpPr>
        <p:spPr>
          <a:xfrm>
            <a:off x="4252163" y="3607332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3A71F0E-14E1-2804-1F3E-2AE57D7AF013}"/>
              </a:ext>
            </a:extLst>
          </p:cNvPr>
          <p:cNvSpPr/>
          <p:nvPr/>
        </p:nvSpPr>
        <p:spPr>
          <a:xfrm>
            <a:off x="4249392" y="3919674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DD5F3CE-7237-D232-BEAD-00A984FB04B5}"/>
              </a:ext>
            </a:extLst>
          </p:cNvPr>
          <p:cNvSpPr/>
          <p:nvPr/>
        </p:nvSpPr>
        <p:spPr>
          <a:xfrm>
            <a:off x="4252163" y="4221708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7F2465D-C865-2213-ED97-4C8DD3B80C60}"/>
              </a:ext>
            </a:extLst>
          </p:cNvPr>
          <p:cNvSpPr/>
          <p:nvPr/>
        </p:nvSpPr>
        <p:spPr>
          <a:xfrm>
            <a:off x="4258912" y="4534050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D37A7B3-AEF8-1B51-7AC3-E60D4E4D4934}"/>
              </a:ext>
            </a:extLst>
          </p:cNvPr>
          <p:cNvSpPr/>
          <p:nvPr/>
        </p:nvSpPr>
        <p:spPr>
          <a:xfrm>
            <a:off x="4806726" y="1454727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DCD495F-5A0C-52B0-B107-EFFD5B1D4252}"/>
              </a:ext>
            </a:extLst>
          </p:cNvPr>
          <p:cNvSpPr/>
          <p:nvPr/>
        </p:nvSpPr>
        <p:spPr>
          <a:xfrm>
            <a:off x="4809497" y="1756761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861B214-9774-2ED8-E5F9-30B5267AC889}"/>
              </a:ext>
            </a:extLst>
          </p:cNvPr>
          <p:cNvSpPr/>
          <p:nvPr/>
        </p:nvSpPr>
        <p:spPr>
          <a:xfrm>
            <a:off x="4816246" y="2069103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41327BA-09D4-AAFA-D2B2-0D7881889857}"/>
              </a:ext>
            </a:extLst>
          </p:cNvPr>
          <p:cNvSpPr/>
          <p:nvPr/>
        </p:nvSpPr>
        <p:spPr>
          <a:xfrm>
            <a:off x="4819017" y="2371137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0901341-723F-C0DF-109F-3C2C9A050B3D}"/>
              </a:ext>
            </a:extLst>
          </p:cNvPr>
          <p:cNvSpPr/>
          <p:nvPr/>
        </p:nvSpPr>
        <p:spPr>
          <a:xfrm>
            <a:off x="4816246" y="2690922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278C25A-391C-D0EC-B7EA-9D5BFD0A8334}"/>
              </a:ext>
            </a:extLst>
          </p:cNvPr>
          <p:cNvSpPr/>
          <p:nvPr/>
        </p:nvSpPr>
        <p:spPr>
          <a:xfrm>
            <a:off x="4819017" y="2992956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D73CB96-38C9-363E-E3BE-987C9ABE6DD0}"/>
              </a:ext>
            </a:extLst>
          </p:cNvPr>
          <p:cNvSpPr/>
          <p:nvPr/>
        </p:nvSpPr>
        <p:spPr>
          <a:xfrm>
            <a:off x="4825766" y="3305298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1F2D163-E12B-6656-CD59-DFC0BF01B879}"/>
              </a:ext>
            </a:extLst>
          </p:cNvPr>
          <p:cNvSpPr/>
          <p:nvPr/>
        </p:nvSpPr>
        <p:spPr>
          <a:xfrm>
            <a:off x="4828537" y="3607332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8CFCE03-5233-4EE2-00EE-C5DBA681BC41}"/>
              </a:ext>
            </a:extLst>
          </p:cNvPr>
          <p:cNvSpPr/>
          <p:nvPr/>
        </p:nvSpPr>
        <p:spPr>
          <a:xfrm>
            <a:off x="4825766" y="3919674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33FEAA7-23F9-F521-C240-68B0F8566165}"/>
              </a:ext>
            </a:extLst>
          </p:cNvPr>
          <p:cNvSpPr/>
          <p:nvPr/>
        </p:nvSpPr>
        <p:spPr>
          <a:xfrm>
            <a:off x="4828537" y="4221708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0699E49-33BF-EF44-9EF0-9341270A0D24}"/>
              </a:ext>
            </a:extLst>
          </p:cNvPr>
          <p:cNvSpPr/>
          <p:nvPr/>
        </p:nvSpPr>
        <p:spPr>
          <a:xfrm>
            <a:off x="4835286" y="4534050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B5F5495-93D1-14F9-DE17-90E84DC4C577}"/>
              </a:ext>
            </a:extLst>
          </p:cNvPr>
          <p:cNvSpPr/>
          <p:nvPr/>
        </p:nvSpPr>
        <p:spPr>
          <a:xfrm>
            <a:off x="5370364" y="1454727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48827CE-970A-C7D9-9C47-ED1E88390CAD}"/>
              </a:ext>
            </a:extLst>
          </p:cNvPr>
          <p:cNvSpPr/>
          <p:nvPr/>
        </p:nvSpPr>
        <p:spPr>
          <a:xfrm>
            <a:off x="5373135" y="1756761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C74A495-EE1C-A9EF-C35E-A9849E41BCF4}"/>
              </a:ext>
            </a:extLst>
          </p:cNvPr>
          <p:cNvSpPr/>
          <p:nvPr/>
        </p:nvSpPr>
        <p:spPr>
          <a:xfrm>
            <a:off x="5379884" y="2069103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ECF59F7-44C7-9C0D-E0A5-65636440FC0D}"/>
              </a:ext>
            </a:extLst>
          </p:cNvPr>
          <p:cNvSpPr/>
          <p:nvPr/>
        </p:nvSpPr>
        <p:spPr>
          <a:xfrm>
            <a:off x="5382655" y="2371137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DC369B0-0976-E6AA-1D07-0546CE477BA1}"/>
              </a:ext>
            </a:extLst>
          </p:cNvPr>
          <p:cNvSpPr/>
          <p:nvPr/>
        </p:nvSpPr>
        <p:spPr>
          <a:xfrm>
            <a:off x="5379884" y="2690922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43A4B64-B0B6-0901-E2F1-49C1C22BF379}"/>
              </a:ext>
            </a:extLst>
          </p:cNvPr>
          <p:cNvSpPr/>
          <p:nvPr/>
        </p:nvSpPr>
        <p:spPr>
          <a:xfrm>
            <a:off x="5382655" y="2992956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DCBA4CA-082F-0877-40A7-4F72D1C29C42}"/>
              </a:ext>
            </a:extLst>
          </p:cNvPr>
          <p:cNvSpPr/>
          <p:nvPr/>
        </p:nvSpPr>
        <p:spPr>
          <a:xfrm>
            <a:off x="5389404" y="3305298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10DE845-AE35-0D03-9F0B-01ED72150CD8}"/>
              </a:ext>
            </a:extLst>
          </p:cNvPr>
          <p:cNvSpPr/>
          <p:nvPr/>
        </p:nvSpPr>
        <p:spPr>
          <a:xfrm>
            <a:off x="5392175" y="3607332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90D2980-E075-2917-F3DD-664AA8FD3E27}"/>
              </a:ext>
            </a:extLst>
          </p:cNvPr>
          <p:cNvSpPr/>
          <p:nvPr/>
        </p:nvSpPr>
        <p:spPr>
          <a:xfrm>
            <a:off x="5389404" y="3919674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4F9081A-3954-9678-A734-31A8672DDFCC}"/>
              </a:ext>
            </a:extLst>
          </p:cNvPr>
          <p:cNvSpPr/>
          <p:nvPr/>
        </p:nvSpPr>
        <p:spPr>
          <a:xfrm>
            <a:off x="5392175" y="4221708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7FE3F49-84B2-E977-9D66-58116E5E828D}"/>
              </a:ext>
            </a:extLst>
          </p:cNvPr>
          <p:cNvSpPr/>
          <p:nvPr/>
        </p:nvSpPr>
        <p:spPr>
          <a:xfrm>
            <a:off x="5398924" y="4534050"/>
            <a:ext cx="108066" cy="1246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42B27A7-66FD-B6ED-DFC1-938940F76BD5}"/>
              </a:ext>
            </a:extLst>
          </p:cNvPr>
          <p:cNvCxnSpPr>
            <a:cxnSpLocks/>
          </p:cNvCxnSpPr>
          <p:nvPr/>
        </p:nvCxnSpPr>
        <p:spPr>
          <a:xfrm>
            <a:off x="4835286" y="1174172"/>
            <a:ext cx="589111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968734F-EF4A-5941-3F4D-5C5799CCA388}"/>
              </a:ext>
            </a:extLst>
          </p:cNvPr>
          <p:cNvCxnSpPr>
            <a:cxnSpLocks/>
          </p:cNvCxnSpPr>
          <p:nvPr/>
        </p:nvCxnSpPr>
        <p:spPr>
          <a:xfrm>
            <a:off x="5424397" y="1172006"/>
            <a:ext cx="262028" cy="2166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EDEDC132-AD4A-7A29-7894-5F0592DB6488}"/>
              </a:ext>
            </a:extLst>
          </p:cNvPr>
          <p:cNvSpPr txBox="1"/>
          <p:nvPr/>
        </p:nvSpPr>
        <p:spPr>
          <a:xfrm>
            <a:off x="4986865" y="911479"/>
            <a:ext cx="2952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dx</a:t>
            </a:r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D6EEC1-70FD-F8E4-BCF0-7C8621907350}"/>
              </a:ext>
            </a:extLst>
          </p:cNvPr>
          <p:cNvSpPr txBox="1"/>
          <p:nvPr/>
        </p:nvSpPr>
        <p:spPr>
          <a:xfrm>
            <a:off x="5370364" y="906275"/>
            <a:ext cx="3978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dx/2</a:t>
            </a:r>
            <a:endParaRPr lang="en-US" sz="1400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177FE06-A8E9-0974-0BF1-99A64E18B912}"/>
              </a:ext>
            </a:extLst>
          </p:cNvPr>
          <p:cNvCxnSpPr>
            <a:cxnSpLocks/>
          </p:cNvCxnSpPr>
          <p:nvPr/>
        </p:nvCxnSpPr>
        <p:spPr>
          <a:xfrm>
            <a:off x="3465811" y="1201027"/>
            <a:ext cx="262028" cy="2166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54EFD212-36F4-A286-A66A-7B7CEABDC117}"/>
              </a:ext>
            </a:extLst>
          </p:cNvPr>
          <p:cNvSpPr txBox="1"/>
          <p:nvPr/>
        </p:nvSpPr>
        <p:spPr>
          <a:xfrm>
            <a:off x="3411778" y="935296"/>
            <a:ext cx="3978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dx/2</a:t>
            </a:r>
            <a:endParaRPr lang="en-US" sz="1400" dirty="0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9E6B54A-AEA9-057C-80B5-FFD3704A138F}"/>
              </a:ext>
            </a:extLst>
          </p:cNvPr>
          <p:cNvCxnSpPr>
            <a:cxnSpLocks/>
          </p:cNvCxnSpPr>
          <p:nvPr/>
        </p:nvCxnSpPr>
        <p:spPr>
          <a:xfrm>
            <a:off x="5754785" y="1531177"/>
            <a:ext cx="0" cy="312342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AAAC9744-9EDF-97E7-EF78-7D16B5D7431E}"/>
              </a:ext>
            </a:extLst>
          </p:cNvPr>
          <p:cNvSpPr txBox="1"/>
          <p:nvPr/>
        </p:nvSpPr>
        <p:spPr>
          <a:xfrm>
            <a:off x="5848604" y="1571932"/>
            <a:ext cx="2984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dy</a:t>
            </a:r>
            <a:endParaRPr lang="en-US" dirty="0"/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924F058-C92E-005C-3F2F-2B5C76E7AD7D}"/>
              </a:ext>
            </a:extLst>
          </p:cNvPr>
          <p:cNvCxnSpPr>
            <a:cxnSpLocks/>
          </p:cNvCxnSpPr>
          <p:nvPr/>
        </p:nvCxnSpPr>
        <p:spPr>
          <a:xfrm>
            <a:off x="5754785" y="1314450"/>
            <a:ext cx="0" cy="216727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10686FE4-49D8-ADFF-3115-294F0EA9ADA7}"/>
              </a:ext>
            </a:extLst>
          </p:cNvPr>
          <p:cNvSpPr txBox="1"/>
          <p:nvPr/>
        </p:nvSpPr>
        <p:spPr>
          <a:xfrm>
            <a:off x="5828935" y="1300345"/>
            <a:ext cx="4010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dy</a:t>
            </a:r>
            <a:r>
              <a:rPr lang="en-US" sz="900" dirty="0"/>
              <a:t>/2</a:t>
            </a:r>
            <a:endParaRPr lang="en-US" sz="1400" dirty="0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46E9822-DE44-F087-9A03-10C6F974F04A}"/>
              </a:ext>
            </a:extLst>
          </p:cNvPr>
          <p:cNvCxnSpPr>
            <a:cxnSpLocks/>
          </p:cNvCxnSpPr>
          <p:nvPr/>
        </p:nvCxnSpPr>
        <p:spPr>
          <a:xfrm>
            <a:off x="5747041" y="4541885"/>
            <a:ext cx="0" cy="216727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9192E1B-1916-6F38-6C3D-0D6BF7D2F7EE}"/>
              </a:ext>
            </a:extLst>
          </p:cNvPr>
          <p:cNvSpPr txBox="1"/>
          <p:nvPr/>
        </p:nvSpPr>
        <p:spPr>
          <a:xfrm>
            <a:off x="5821191" y="4527780"/>
            <a:ext cx="4010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dy</a:t>
            </a:r>
            <a:r>
              <a:rPr lang="en-US" sz="900" dirty="0"/>
              <a:t>/2</a:t>
            </a:r>
            <a:endParaRPr lang="en-US" sz="1400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5817E06F-FA32-F9C0-AFB6-F03BC8873195}"/>
              </a:ext>
            </a:extLst>
          </p:cNvPr>
          <p:cNvCxnSpPr>
            <a:cxnSpLocks/>
          </p:cNvCxnSpPr>
          <p:nvPr/>
        </p:nvCxnSpPr>
        <p:spPr>
          <a:xfrm>
            <a:off x="3465811" y="906275"/>
            <a:ext cx="2195156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3931A7B7-10FA-EAFB-658A-47BA0BF9F784}"/>
              </a:ext>
            </a:extLst>
          </p:cNvPr>
          <p:cNvSpPr txBox="1"/>
          <p:nvPr/>
        </p:nvSpPr>
        <p:spPr>
          <a:xfrm>
            <a:off x="4386898" y="635408"/>
            <a:ext cx="35298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4dx</a:t>
            </a:r>
            <a:endParaRPr lang="en-US" sz="1400" dirty="0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6360C0E-8F91-DB53-ED68-C5F5E81BC546}"/>
              </a:ext>
            </a:extLst>
          </p:cNvPr>
          <p:cNvCxnSpPr>
            <a:cxnSpLocks/>
          </p:cNvCxnSpPr>
          <p:nvPr/>
        </p:nvCxnSpPr>
        <p:spPr>
          <a:xfrm>
            <a:off x="6230007" y="1300345"/>
            <a:ext cx="10895" cy="3458267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93C0E306-8DC5-D158-F57F-4F299D60C16A}"/>
              </a:ext>
            </a:extLst>
          </p:cNvPr>
          <p:cNvSpPr txBox="1"/>
          <p:nvPr/>
        </p:nvSpPr>
        <p:spPr>
          <a:xfrm>
            <a:off x="6240902" y="2798646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11dy</a:t>
            </a:r>
            <a:endParaRPr lang="en-US" sz="1400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A8AE1F3-0A9A-7B95-45EA-A6DB70B02E2B}"/>
              </a:ext>
            </a:extLst>
          </p:cNvPr>
          <p:cNvSpPr/>
          <p:nvPr/>
        </p:nvSpPr>
        <p:spPr>
          <a:xfrm rot="20047356">
            <a:off x="5428887" y="4484975"/>
            <a:ext cx="489217" cy="457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72B41DF-6DF6-CAFD-09B6-0B7D67BF1252}"/>
              </a:ext>
            </a:extLst>
          </p:cNvPr>
          <p:cNvSpPr/>
          <p:nvPr/>
        </p:nvSpPr>
        <p:spPr>
          <a:xfrm rot="20047356">
            <a:off x="3237094" y="4471121"/>
            <a:ext cx="489217" cy="457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FEAB821-9C60-D3C7-FD86-9A1695F3AF93}"/>
              </a:ext>
            </a:extLst>
          </p:cNvPr>
          <p:cNvSpPr/>
          <p:nvPr/>
        </p:nvSpPr>
        <p:spPr>
          <a:xfrm>
            <a:off x="3082925" y="4273550"/>
            <a:ext cx="376536" cy="4850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4676924-29D2-F909-3D87-BE429CE2E936}"/>
              </a:ext>
            </a:extLst>
          </p:cNvPr>
          <p:cNvSpPr/>
          <p:nvPr/>
        </p:nvSpPr>
        <p:spPr>
          <a:xfrm>
            <a:off x="5666958" y="4070166"/>
            <a:ext cx="376536" cy="473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3044AEE5-C592-90BF-6955-DC29C732F35C}"/>
              </a:ext>
            </a:extLst>
          </p:cNvPr>
          <p:cNvCxnSpPr/>
          <p:nvPr/>
        </p:nvCxnSpPr>
        <p:spPr>
          <a:xfrm>
            <a:off x="3589020" y="4070166"/>
            <a:ext cx="0" cy="276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C7FD6C7B-5210-6A6D-0B53-57B5736B320D}"/>
              </a:ext>
            </a:extLst>
          </p:cNvPr>
          <p:cNvCxnSpPr/>
          <p:nvPr/>
        </p:nvCxnSpPr>
        <p:spPr>
          <a:xfrm>
            <a:off x="5585460" y="4144551"/>
            <a:ext cx="0" cy="276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4" name="Picture 173">
            <a:extLst>
              <a:ext uri="{FF2B5EF4-FFF2-40B4-BE49-F238E27FC236}">
                <a16:creationId xmlns:a16="http://schemas.microsoft.com/office/drawing/2014/main" id="{08CB86FC-0395-2737-F7FD-233E2FB06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475" y="751352"/>
            <a:ext cx="3572566" cy="418831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328775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16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Morales Sierra, Alejandro</dc:creator>
  <cp:lastModifiedBy>Morales Sierra, Alejandro</cp:lastModifiedBy>
  <cp:revision>6</cp:revision>
  <dcterms:created xsi:type="dcterms:W3CDTF">2023-11-07T08:29:16Z</dcterms:created>
  <dcterms:modified xsi:type="dcterms:W3CDTF">2023-11-07T13:59:44Z</dcterms:modified>
</cp:coreProperties>
</file>